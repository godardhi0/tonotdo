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5" r:id="rId7"/>
    <p:sldId id="260" r:id="rId8"/>
    <p:sldId id="261" r:id="rId9"/>
    <p:sldId id="262" r:id="rId10"/>
    <p:sldId id="264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8FC2"/>
    <a:srgbClr val="DDCF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FAC40B-070E-1EFD-274F-940ABFBBA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A3F5F6B-9F21-B6BC-C4A3-4F523B87E2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FA8AC4-57A4-B292-6F79-CEA5CCDC6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C8F0-57F9-4346-83DC-EE891DD1DC88}" type="datetimeFigureOut">
              <a:rPr lang="fr-BE" smtClean="0"/>
              <a:t>24-12-25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5F965A-2E78-41FB-3E9B-D4DD797A2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8BD013-9825-95AC-5428-BA24ADD19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40E0-F12B-42E2-8EF3-4FD66E79DC1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14386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B4477B-D7B8-3BB8-D5C3-389AB898A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16154F-97A1-4A80-BE72-715E32264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D9CFA4-69F4-5A1C-62C7-66AB05834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C8F0-57F9-4346-83DC-EE891DD1DC88}" type="datetimeFigureOut">
              <a:rPr lang="fr-BE" smtClean="0"/>
              <a:t>24-12-25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16561B-D8F4-2122-EFEB-09C77FB0E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D8C2EF-DB3B-3BE4-B567-CD1E0ED1A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40E0-F12B-42E2-8EF3-4FD66E79DC1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31712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B09B8C-944F-359F-A0A3-BA733A80D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C2139BC-B2D7-BF32-507C-17EBD1819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CC75E8-698F-9356-1529-637B59CC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C8F0-57F9-4346-83DC-EE891DD1DC88}" type="datetimeFigureOut">
              <a:rPr lang="fr-BE" smtClean="0"/>
              <a:t>24-12-25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7114B5-8571-31B5-7BBD-B8056452D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DD8807-3291-3E93-01A5-99086AF3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40E0-F12B-42E2-8EF3-4FD66E79DC1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06162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736542-2E1A-D07D-0514-FD3193DAA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0F67BF-E38A-40B6-6662-83B290AF40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7580547-2BA5-ED44-80F5-FC94978BB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821F81D-FFBA-447F-5DF9-13126ABB5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C8F0-57F9-4346-83DC-EE891DD1DC88}" type="datetimeFigureOut">
              <a:rPr lang="fr-BE" smtClean="0"/>
              <a:t>24-12-25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E97F5DB-F5D3-586F-046D-2A307B911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5AAF166-0301-7F03-231C-DB6993831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40E0-F12B-42E2-8EF3-4FD66E79DC1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67510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F432D9-69CC-939E-5EC8-2AA55931D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C23EB7C-CC20-B9A2-F2A1-DE92AF68C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1920529-9A09-7264-7AF3-6B3AB04C76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0C2EAE9-D866-19EF-DFB0-4AA3E9C3DD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172EC25-9595-2A32-D530-7CD9FADEA6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F348AF1-25A0-2F9E-73DE-4BEFF8115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C8F0-57F9-4346-83DC-EE891DD1DC88}" type="datetimeFigureOut">
              <a:rPr lang="fr-BE" smtClean="0"/>
              <a:t>24-12-25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5AB1A41-3979-40C4-3534-3D7398C00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B9A0600-9DDA-82B9-4F8F-2370E2804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40E0-F12B-42E2-8EF3-4FD66E79DC1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48726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F7D5A1-B701-8934-D0AC-78CECF4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DD898A1-7246-FA0A-602F-DBD5BF6B3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C8F0-57F9-4346-83DC-EE891DD1DC88}" type="datetimeFigureOut">
              <a:rPr lang="fr-BE" smtClean="0"/>
              <a:t>24-12-25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220D0C-830F-9394-74DA-817E1F71F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4F6062B-D105-F85E-BA11-8B1995A4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40E0-F12B-42E2-8EF3-4FD66E79DC1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17267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67C2004-93EF-9312-7A88-DF23D63C9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C8F0-57F9-4346-83DC-EE891DD1DC88}" type="datetimeFigureOut">
              <a:rPr lang="fr-BE" smtClean="0"/>
              <a:t>24-12-25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1FCDA24-4765-B3B0-BB95-3D1F4EBEA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D50253-4BBC-B4A8-EC2D-59E38F695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40E0-F12B-42E2-8EF3-4FD66E79DC1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36979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48301D-3382-A729-FB79-84BDC175C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B4AB38-2162-A228-4B14-6A7DE0AED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F11B828-EB2F-CC57-6029-0F0F9DAC7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5E25F0F-0422-FCBA-4447-AD8FA3440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C8F0-57F9-4346-83DC-EE891DD1DC88}" type="datetimeFigureOut">
              <a:rPr lang="fr-BE" smtClean="0"/>
              <a:t>24-12-25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DE25E99-A1C9-C8B3-1B5B-9C710118A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2F2F0C4-3AD1-9D3F-F62A-AA50F2C7D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40E0-F12B-42E2-8EF3-4FD66E79DC1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4005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7983C5-3265-1E7C-1B03-DB52ED20E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B860DC0-3D60-62D2-8252-C43A565EF4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D210D3D-C28F-2F89-B7DD-35E852CC9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BB15D1A-722D-539A-774A-FB69A4EA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C8F0-57F9-4346-83DC-EE891DD1DC88}" type="datetimeFigureOut">
              <a:rPr lang="fr-BE" smtClean="0"/>
              <a:t>24-12-25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CF67834-9BA7-8A25-541B-719A442E5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2788FD2-36EB-F2FC-C667-82E55C5D6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40E0-F12B-42E2-8EF3-4FD66E79DC1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1057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2E42FA-B00C-D65B-50A7-B96DED5AA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404AE81-8A01-3D70-0F35-1066BDD30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048D9E-A69C-79A7-4083-7461CC105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C8F0-57F9-4346-83DC-EE891DD1DC88}" type="datetimeFigureOut">
              <a:rPr lang="fr-BE" smtClean="0"/>
              <a:t>24-12-25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7A17CA-3C87-74A9-6F93-0C2EFF0B5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CB3498-5CDD-DEDD-805C-585C40707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40E0-F12B-42E2-8EF3-4FD66E79DC1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07196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2E4829A-4F2D-8EB0-1972-B94A1B7663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99EC4BA-166C-8382-92BC-BD87C0539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9389E3-6D21-FE16-5F65-D0B34231D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C8F0-57F9-4346-83DC-EE891DD1DC88}" type="datetimeFigureOut">
              <a:rPr lang="fr-BE" smtClean="0"/>
              <a:t>24-12-25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629880-413F-F29D-AACA-B892718F5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C50E77-ECB1-B57A-3AC4-5B3C69F63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40E0-F12B-42E2-8EF3-4FD66E79DC1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8462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F510308-6C7A-8F1C-1BA4-F9D08DEEB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C11BEF9-31A9-0C4A-3E80-9569CDC74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BD4689-0D9D-5BD6-645E-A67B77B8AB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1AC8F0-57F9-4346-83DC-EE891DD1DC88}" type="datetimeFigureOut">
              <a:rPr lang="fr-BE" smtClean="0"/>
              <a:t>24-12-25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6B5E58-8F40-5F6A-05AC-203984507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45F7EB-D290-D9BA-AF90-12416D3B7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E640E0-F12B-42E2-8EF3-4FD66E79DC1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78839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0DB839-26CC-2B0E-D3E7-B9B1FF6BBB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925" y="1321539"/>
            <a:ext cx="10016150" cy="2387600"/>
          </a:xfrm>
        </p:spPr>
        <p:txBody>
          <a:bodyPr>
            <a:normAutofit fontScale="90000"/>
          </a:bodyPr>
          <a:lstStyle/>
          <a:p>
            <a:r>
              <a:rPr lang="fr-BE" b="1" dirty="0"/>
              <a:t>Conception d’un site web dynamique + intégration d’une I.A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9E8D3BA-3F24-7FE6-66F7-79C5247B3D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B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070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ADC371-9BC6-042E-3DCD-54985BFE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BE" sz="7200" b="1" dirty="0" err="1"/>
              <a:t>TOnotDO</a:t>
            </a:r>
            <a:endParaRPr lang="fr-BE" sz="7200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ADFA41-C36F-64EA-ACB5-D9D4C19AF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Simplicité</a:t>
            </a:r>
          </a:p>
        </p:txBody>
      </p:sp>
    </p:spTree>
    <p:extLst>
      <p:ext uri="{BB962C8B-B14F-4D97-AF65-F5344CB8AC3E}">
        <p14:creationId xmlns:p14="http://schemas.microsoft.com/office/powerpoint/2010/main" val="3344048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3D9D3B-5BA8-F2EA-1DF8-D2DF70788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Caractéristiques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EA250B-506F-97AB-8FC8-1125F4682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1058"/>
            <a:ext cx="10515600" cy="5245131"/>
          </a:xfrm>
        </p:spPr>
        <p:txBody>
          <a:bodyPr>
            <a:normAutofit/>
          </a:bodyPr>
          <a:lstStyle/>
          <a:p>
            <a:r>
              <a:rPr lang="fr-BE" dirty="0"/>
              <a:t>Rôles d’utilisateurs </a:t>
            </a:r>
          </a:p>
          <a:p>
            <a:pPr lvl="1"/>
            <a:r>
              <a:rPr lang="fr-BE" dirty="0">
                <a:solidFill>
                  <a:srgbClr val="002060"/>
                </a:solidFill>
              </a:rPr>
              <a:t>Client</a:t>
            </a:r>
            <a:r>
              <a:rPr lang="fr-BE" dirty="0"/>
              <a:t>  : crée les tâches,</a:t>
            </a:r>
          </a:p>
          <a:p>
            <a:pPr lvl="1"/>
            <a:r>
              <a:rPr lang="fr-BE" dirty="0"/>
              <a:t> </a:t>
            </a:r>
            <a:r>
              <a:rPr lang="fr-BE" dirty="0">
                <a:solidFill>
                  <a:schemeClr val="accent6">
                    <a:lumMod val="75000"/>
                  </a:schemeClr>
                </a:solidFill>
              </a:rPr>
              <a:t>Travailleur</a:t>
            </a:r>
            <a:r>
              <a:rPr lang="fr-BE" dirty="0"/>
              <a:t> : complète les tâches, </a:t>
            </a:r>
          </a:p>
          <a:p>
            <a:pPr lvl="1"/>
            <a:r>
              <a:rPr lang="fr-BE" dirty="0">
                <a:solidFill>
                  <a:schemeClr val="accent5"/>
                </a:solidFill>
              </a:rPr>
              <a:t>Admin</a:t>
            </a:r>
            <a:r>
              <a:rPr lang="fr-BE" dirty="0"/>
              <a:t> : gère tout.</a:t>
            </a:r>
          </a:p>
          <a:p>
            <a:r>
              <a:rPr lang="fr-BE" dirty="0"/>
              <a:t>Gestion d’utilisateur : Gérer les informations de profile</a:t>
            </a:r>
          </a:p>
          <a:p>
            <a:r>
              <a:rPr lang="fr-BE" dirty="0"/>
              <a:t>Gestion des tâches </a:t>
            </a:r>
          </a:p>
          <a:p>
            <a:pPr lvl="1"/>
            <a:r>
              <a:rPr lang="fr-BE" dirty="0"/>
              <a:t>Créer,</a:t>
            </a:r>
          </a:p>
          <a:p>
            <a:pPr lvl="1"/>
            <a:r>
              <a:rPr lang="fr-BE" dirty="0"/>
              <a:t>Assigner,</a:t>
            </a:r>
          </a:p>
          <a:p>
            <a:pPr lvl="1"/>
            <a:r>
              <a:rPr lang="fr-FR" dirty="0"/>
              <a:t>Mise à jour des tâches.</a:t>
            </a:r>
            <a:endParaRPr lang="fr-BE" dirty="0"/>
          </a:p>
          <a:p>
            <a:r>
              <a:rPr lang="fr-BE" dirty="0"/>
              <a:t>Chat : </a:t>
            </a:r>
            <a:r>
              <a:rPr lang="fr-BE" dirty="0" err="1"/>
              <a:t>Chatbot</a:t>
            </a:r>
            <a:r>
              <a:rPr lang="fr-BE" dirty="0"/>
              <a:t> pour posé des questions</a:t>
            </a:r>
          </a:p>
          <a:p>
            <a:pPr lvl="1"/>
            <a:endParaRPr lang="fr-BE" dirty="0"/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981584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20F6CE-1E31-90EF-7D6A-A9EA4985A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348342"/>
            <a:ext cx="10667999" cy="5746913"/>
          </a:xfrm>
        </p:spPr>
        <p:txBody>
          <a:bodyPr anchor="t">
            <a:normAutofit/>
          </a:bodyPr>
          <a:lstStyle/>
          <a:p>
            <a:r>
              <a:rPr lang="fr-BE" sz="2000" dirty="0">
                <a:solidFill>
                  <a:schemeClr val="tx2"/>
                </a:solidFill>
              </a:rPr>
              <a:t>Technologies :</a:t>
            </a:r>
          </a:p>
          <a:p>
            <a:pPr lvl="1"/>
            <a:r>
              <a:rPr lang="fr-BE" sz="2000" dirty="0">
                <a:solidFill>
                  <a:schemeClr val="tx2"/>
                </a:solidFill>
              </a:rPr>
              <a:t>Backend : PHP 7.4+,</a:t>
            </a:r>
          </a:p>
          <a:p>
            <a:pPr lvl="1"/>
            <a:r>
              <a:rPr lang="fr-BE" sz="2000" dirty="0">
                <a:solidFill>
                  <a:schemeClr val="tx2"/>
                </a:solidFill>
              </a:rPr>
              <a:t>Base de données :  MySQL 5.7+,</a:t>
            </a:r>
          </a:p>
          <a:p>
            <a:pPr lvl="1"/>
            <a:r>
              <a:rPr lang="fr-BE" sz="2000" dirty="0">
                <a:solidFill>
                  <a:schemeClr val="tx2"/>
                </a:solidFill>
              </a:rPr>
              <a:t>Frontend :  HTML, CSS, JS,</a:t>
            </a:r>
          </a:p>
          <a:p>
            <a:pPr lvl="1"/>
            <a:r>
              <a:rPr lang="fr-BE" sz="2000" dirty="0">
                <a:solidFill>
                  <a:schemeClr val="tx2"/>
                </a:solidFill>
              </a:rPr>
              <a:t>Serveur : Apache (XAMPP),</a:t>
            </a:r>
          </a:p>
          <a:p>
            <a:pPr lvl="1"/>
            <a:r>
              <a:rPr lang="fr-BE" sz="2000" dirty="0">
                <a:solidFill>
                  <a:schemeClr val="tx2"/>
                </a:solidFill>
              </a:rPr>
              <a:t>Temps réel: Node.js + Socket.IO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51727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1378A4-6681-7C57-1490-1A1AE264D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2950"/>
            <a:ext cx="10515600" cy="4937637"/>
          </a:xfrm>
        </p:spPr>
        <p:txBody>
          <a:bodyPr/>
          <a:lstStyle/>
          <a:p>
            <a:r>
              <a:rPr lang="fr-BE" dirty="0"/>
              <a:t>Architectures : MVC</a:t>
            </a:r>
          </a:p>
          <a:p>
            <a:endParaRPr lang="fr-BE" dirty="0"/>
          </a:p>
        </p:txBody>
      </p:sp>
      <p:pic>
        <p:nvPicPr>
          <p:cNvPr id="5" name="Image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64F6B2F4-ECE1-947D-0D55-30E013B38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180" y="2023127"/>
            <a:ext cx="5839640" cy="3934374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40F0E886-BCED-5174-39BB-3C2DAC780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250"/>
            <a:ext cx="10515600" cy="1325563"/>
          </a:xfrm>
        </p:spPr>
        <p:txBody>
          <a:bodyPr/>
          <a:lstStyle/>
          <a:p>
            <a:r>
              <a:rPr lang="fr-BE" dirty="0"/>
              <a:t>Partie technique </a:t>
            </a:r>
          </a:p>
        </p:txBody>
      </p:sp>
    </p:spTree>
    <p:extLst>
      <p:ext uri="{BB962C8B-B14F-4D97-AF65-F5344CB8AC3E}">
        <p14:creationId xmlns:p14="http://schemas.microsoft.com/office/powerpoint/2010/main" val="2858964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243E22-097A-0A92-9694-D6ACDAD03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4D1761-C9CA-09BD-7216-D5B758CB3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99853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5B85BE-DDF6-0EBE-74CF-655E9DFFE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130" y="258062"/>
            <a:ext cx="10515600" cy="2322176"/>
          </a:xfrm>
        </p:spPr>
        <p:txBody>
          <a:bodyPr/>
          <a:lstStyle/>
          <a:p>
            <a:r>
              <a:rPr lang="fr-BE" dirty="0"/>
              <a:t>Base des données (MySQL)</a:t>
            </a:r>
          </a:p>
          <a:p>
            <a:pPr lvl="1"/>
            <a:endParaRPr lang="fr-BE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444E6C4-66A7-92D6-DB55-686A6BDEC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" t="-16057" r="63969" b="-1"/>
          <a:stretch>
            <a:fillRect/>
          </a:stretch>
        </p:blipFill>
        <p:spPr>
          <a:xfrm>
            <a:off x="4261676" y="938444"/>
            <a:ext cx="3541899" cy="439546"/>
          </a:xfrm>
          <a:prstGeom prst="rect">
            <a:avLst/>
          </a:prstGeom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B79AC5C5-EAD8-09EA-19A9-2A3DB1174D95}"/>
              </a:ext>
            </a:extLst>
          </p:cNvPr>
          <p:cNvCxnSpPr>
            <a:cxnSpLocks/>
          </p:cNvCxnSpPr>
          <p:nvPr/>
        </p:nvCxnSpPr>
        <p:spPr>
          <a:xfrm flipV="1">
            <a:off x="6400800" y="1414706"/>
            <a:ext cx="434945" cy="763871"/>
          </a:xfrm>
          <a:prstGeom prst="straightConnector1">
            <a:avLst/>
          </a:prstGeom>
          <a:ln w="38100">
            <a:solidFill>
              <a:srgbClr val="DDCF7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4496E716-19B7-18C4-80E4-C3427F725F2E}"/>
              </a:ext>
            </a:extLst>
          </p:cNvPr>
          <p:cNvSpPr txBox="1"/>
          <p:nvPr/>
        </p:nvSpPr>
        <p:spPr>
          <a:xfrm>
            <a:off x="5137934" y="1976715"/>
            <a:ext cx="252573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BE" dirty="0"/>
          </a:p>
          <a:p>
            <a:r>
              <a:rPr lang="fr-BE" sz="1400" dirty="0"/>
              <a:t>Le nom de le base de données</a:t>
            </a:r>
          </a:p>
          <a:p>
            <a:endParaRPr lang="fr-BE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472196A-7900-932B-AD07-0375B58D9437}"/>
              </a:ext>
            </a:extLst>
          </p:cNvPr>
          <p:cNvSpPr txBox="1"/>
          <p:nvPr/>
        </p:nvSpPr>
        <p:spPr>
          <a:xfrm>
            <a:off x="657130" y="2973629"/>
            <a:ext cx="96004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B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BE" b="1" dirty="0"/>
              <a:t>CREATE DATABASE </a:t>
            </a:r>
            <a:r>
              <a:rPr lang="fr-BE" dirty="0"/>
              <a:t>:  «  commande » pour créer une base de données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 dirty="0"/>
          </a:p>
          <a:p>
            <a:endParaRPr lang="fr-BE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41676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16D617-AD44-A36D-F89F-89B860BFE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215"/>
            <a:ext cx="10515600" cy="780156"/>
          </a:xfrm>
        </p:spPr>
        <p:txBody>
          <a:bodyPr>
            <a:normAutofit/>
          </a:bodyPr>
          <a:lstStyle/>
          <a:p>
            <a:pPr lvl="1"/>
            <a:r>
              <a:rPr lang="fr-BE" dirty="0"/>
              <a:t>2 tableaux</a:t>
            </a:r>
          </a:p>
          <a:p>
            <a:pPr lvl="2"/>
            <a:r>
              <a:rPr lang="fr-BE" i="1" dirty="0" err="1">
                <a:solidFill>
                  <a:schemeClr val="accent6"/>
                </a:solidFill>
              </a:rPr>
              <a:t>users</a:t>
            </a:r>
            <a:r>
              <a:rPr lang="fr-BE" i="1" dirty="0">
                <a:solidFill>
                  <a:schemeClr val="accent6"/>
                </a:solidFill>
              </a:rPr>
              <a:t> ou utilisateurs</a:t>
            </a:r>
          </a:p>
          <a:p>
            <a:pPr lvl="1"/>
            <a:endParaRPr lang="fr-BE" dirty="0">
              <a:solidFill>
                <a:schemeClr val="accent6"/>
              </a:solidFill>
            </a:endParaRPr>
          </a:p>
        </p:txBody>
      </p:sp>
      <p:pic>
        <p:nvPicPr>
          <p:cNvPr id="5" name="Image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47AB7190-F808-FE09-E1DB-579F87EE76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660" y="1545981"/>
            <a:ext cx="7752679" cy="376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256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525223-43DC-1A28-FE28-B3645C996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3139"/>
            <a:ext cx="10515600" cy="373290"/>
          </a:xfrm>
        </p:spPr>
        <p:txBody>
          <a:bodyPr>
            <a:normAutofit/>
          </a:bodyPr>
          <a:lstStyle/>
          <a:p>
            <a:pPr lvl="2"/>
            <a:r>
              <a:rPr lang="fr-BE" i="1" dirty="0" err="1">
                <a:solidFill>
                  <a:schemeClr val="accent6"/>
                </a:solidFill>
              </a:rPr>
              <a:t>tasks</a:t>
            </a:r>
            <a:r>
              <a:rPr lang="fr-BE" i="1" dirty="0">
                <a:solidFill>
                  <a:schemeClr val="accent6"/>
                </a:solidFill>
              </a:rPr>
              <a:t> ou tâches</a:t>
            </a:r>
          </a:p>
          <a:p>
            <a:pPr lvl="2"/>
            <a:endParaRPr lang="fr-BE" dirty="0"/>
          </a:p>
        </p:txBody>
      </p:sp>
      <p:pic>
        <p:nvPicPr>
          <p:cNvPr id="7" name="Image 6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6CB9867C-C763-7CFA-2316-D93EC1038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7864" y="965385"/>
            <a:ext cx="6496271" cy="3531858"/>
          </a:xfrm>
          <a:prstGeom prst="rect">
            <a:avLst/>
          </a:prstGeom>
        </p:spPr>
      </p:pic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0FCE8962-35CB-3EF7-AEBA-1D8DE3CA20BD}"/>
              </a:ext>
            </a:extLst>
          </p:cNvPr>
          <p:cNvSpPr txBox="1">
            <a:spLocks/>
          </p:cNvSpPr>
          <p:nvPr/>
        </p:nvSpPr>
        <p:spPr>
          <a:xfrm>
            <a:off x="0" y="4973321"/>
            <a:ext cx="10515600" cy="373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/>
            <a:r>
              <a:rPr lang="fr-BE" i="1" dirty="0">
                <a:solidFill>
                  <a:schemeClr val="accent6"/>
                </a:solidFill>
              </a:rPr>
              <a:t>La relation est 1 à N : </a:t>
            </a:r>
            <a:r>
              <a:rPr lang="fr-BE" dirty="0"/>
              <a:t>un utilisateur (client, travailleur, admin) a plusieurs tâches  </a:t>
            </a:r>
          </a:p>
          <a:p>
            <a:pPr lvl="2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02986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201570-1372-6434-1E2C-B4E733CC6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9621"/>
            <a:ext cx="10515600" cy="4351338"/>
          </a:xfrm>
        </p:spPr>
        <p:txBody>
          <a:bodyPr/>
          <a:lstStyle/>
          <a:p>
            <a:r>
              <a:rPr lang="fr-BE" dirty="0"/>
              <a:t>Structure du Projet</a:t>
            </a:r>
          </a:p>
          <a:p>
            <a:endParaRPr lang="fr-BE" dirty="0"/>
          </a:p>
        </p:txBody>
      </p:sp>
      <p:pic>
        <p:nvPicPr>
          <p:cNvPr id="5" name="Image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A7D94D56-1165-A689-4520-35E3FC23F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350" b="12350"/>
          <a:stretch>
            <a:fillRect/>
          </a:stretch>
        </p:blipFill>
        <p:spPr>
          <a:xfrm>
            <a:off x="1621944" y="1026205"/>
            <a:ext cx="8948111" cy="420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01617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Grand écran</PresentationFormat>
  <Paragraphs>33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Thème Office</vt:lpstr>
      <vt:lpstr>Conception d’un site web dynamique + intégration d’une I.A</vt:lpstr>
      <vt:lpstr>TOnotDO</vt:lpstr>
      <vt:lpstr>Caractéristiques </vt:lpstr>
      <vt:lpstr>Présentation PowerPoint</vt:lpstr>
      <vt:lpstr>Partie technique 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Godard HIRWA ISHIMWE</dc:creator>
  <cp:lastModifiedBy>Godard HIRWA ISHIMWE</cp:lastModifiedBy>
  <cp:revision>2</cp:revision>
  <dcterms:created xsi:type="dcterms:W3CDTF">2025-12-24T10:36:50Z</dcterms:created>
  <dcterms:modified xsi:type="dcterms:W3CDTF">2025-12-24T20:59:44Z</dcterms:modified>
</cp:coreProperties>
</file>